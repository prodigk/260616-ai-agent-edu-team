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0ac1219f02449b" /><Relationship Type="http://schemas.openxmlformats.org/officeDocument/2006/relationships/extended-properties" Target="/docProps/app.xml" Id="R358cb4e3fe024cf0" /><Relationship Type="http://schemas.openxmlformats.org/officeDocument/2006/relationships/officeDocument" Target="/ppt/presentation.xml" Id="R7225604f70f746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3fca5589aa46cb"/>
  </p:sldMasterIdLst>
  <p:notesMasterIdLst>
    <p:notesMasterId xmlns:r="http://schemas.openxmlformats.org/officeDocument/2006/relationships" r:id="Rce6feb216e84482e"/>
  </p:notesMasterIdLst>
  <p:sldIdLst>
    <p:sldId xmlns:r="http://schemas.openxmlformats.org/officeDocument/2006/relationships" id="256" r:id="R498faf70b71c44bc"/>
    <p:sldId xmlns:r="http://schemas.openxmlformats.org/officeDocument/2006/relationships" id="257" r:id="Rdd6f7d2ade914f64"/>
    <p:sldId xmlns:r="http://schemas.openxmlformats.org/officeDocument/2006/relationships" id="258" r:id="R8a0afb6b37114bd5"/>
    <p:sldId xmlns:r="http://schemas.openxmlformats.org/officeDocument/2006/relationships" id="259" r:id="R46765ebbf6dc47c5"/>
    <p:sldId xmlns:r="http://schemas.openxmlformats.org/officeDocument/2006/relationships" id="260" r:id="R3974827e4f004f40"/>
    <p:sldId xmlns:r="http://schemas.openxmlformats.org/officeDocument/2006/relationships" id="261" r:id="Rbb81a316cfb546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2f7865b77e431e" /><Relationship Type="http://schemas.openxmlformats.org/officeDocument/2006/relationships/slideMaster" Target="/ppt/slideMasters/slideMaster1.xml" Id="R833fca5589aa46cb" /><Relationship Type="http://schemas.openxmlformats.org/officeDocument/2006/relationships/notesMaster" Target="/ppt/notesMasters/notesMaster1.xml" Id="Rce6feb216e84482e" /><Relationship Type="http://schemas.openxmlformats.org/officeDocument/2006/relationships/presProps" Target="/ppt/presProps.xml" Id="R93973b2f9131475a" /><Relationship Type="http://schemas.openxmlformats.org/officeDocument/2006/relationships/tableStyles" Target="/ppt/tableStyles.xml" Id="R8b567bc63a3f4900" /><Relationship Type="http://schemas.openxmlformats.org/officeDocument/2006/relationships/slide" Target="/ppt/slides/slide1.xml" Id="R498faf70b71c44bc" /><Relationship Type="http://schemas.openxmlformats.org/officeDocument/2006/relationships/slide" Target="/ppt/slides/slide2.xml" Id="Rdd6f7d2ade914f64" /><Relationship Type="http://schemas.openxmlformats.org/officeDocument/2006/relationships/slide" Target="/ppt/slides/slide3.xml" Id="R8a0afb6b37114bd5" /><Relationship Type="http://schemas.openxmlformats.org/officeDocument/2006/relationships/slide" Target="/ppt/slides/slide4.xml" Id="R46765ebbf6dc47c5" /><Relationship Type="http://schemas.openxmlformats.org/officeDocument/2006/relationships/slide" Target="/ppt/slides/slide5.xml" Id="R3974827e4f004f40" /><Relationship Type="http://schemas.openxmlformats.org/officeDocument/2006/relationships/slide" Target="/ppt/slides/slide6.xml" Id="Rbb81a316cfb546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79882b379443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5b5307f5e8407c" /><Relationship Type="http://schemas.openxmlformats.org/officeDocument/2006/relationships/notesMaster" Target="/ppt/notesMasters/notesMaster1.xml" Id="Re38e3f9785a4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962b0896ad4aab" /><Relationship Type="http://schemas.openxmlformats.org/officeDocument/2006/relationships/notesMaster" Target="/ppt/notesMasters/notesMaster1.xml" Id="R5b59d24ddac743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32b750962a4a9a" /><Relationship Type="http://schemas.openxmlformats.org/officeDocument/2006/relationships/notesMaster" Target="/ppt/notesMasters/notesMaster1.xml" Id="Rc34565eb7e4149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5dc7abad2c41e9" /><Relationship Type="http://schemas.openxmlformats.org/officeDocument/2006/relationships/notesMaster" Target="/ppt/notesMasters/notesMaster1.xml" Id="R92875e2983c14a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bcc189612e4763" /><Relationship Type="http://schemas.openxmlformats.org/officeDocument/2006/relationships/notesMaster" Target="/ppt/notesMasters/notesMaster1.xml" Id="Rfff482ce49a94d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9b23c0aada4ff7" /><Relationship Type="http://schemas.openxmlformats.org/officeDocument/2006/relationships/notesMaster" Target="/ppt/notesMasters/notesMaster1.xml" Id="R270657d6d1ce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bc591365a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4b438ee5474868" /><Relationship Type="http://schemas.openxmlformats.org/officeDocument/2006/relationships/slideLayout" Target="/ppt/slideLayouts/slideLayout1.xml" Id="Reca069891d9a41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a069891d9a41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2dc451f0a489b" /><Relationship Type="http://schemas.openxmlformats.org/officeDocument/2006/relationships/notesSlide" Target="/ppt/notesSlides/notesSlide1.xml" Id="Ra1b1f3d7aa9c45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b3451bd8941f6" /><Relationship Type="http://schemas.openxmlformats.org/officeDocument/2006/relationships/notesSlide" Target="/ppt/notesSlides/notesSlide2.xml" Id="Ra5d38ee2faa648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4cc91b8a34c97" /><Relationship Type="http://schemas.openxmlformats.org/officeDocument/2006/relationships/notesSlide" Target="/ppt/notesSlides/notesSlide3.xml" Id="R20d7dee4c12a4b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660d773bc43cd" /><Relationship Type="http://schemas.openxmlformats.org/officeDocument/2006/relationships/notesSlide" Target="/ppt/notesSlides/notesSlide4.xml" Id="R088743b0243049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f5eda548b4fd9" /><Relationship Type="http://schemas.openxmlformats.org/officeDocument/2006/relationships/notesSlide" Target="/ppt/notesSlides/notesSlide5.xml" Id="Rf5c9023db61c4b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1d06ae1744c75" /><Relationship Type="http://schemas.openxmlformats.org/officeDocument/2006/relationships/notesSlide" Target="/ppt/notesSlides/notesSlide6.xml" Id="R40f5cf883ba640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35B44-074F-410A-9460-2C086878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AI COMMERCE OPERATIONS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6AC0C-A0D2-47ED-AD07-865E4B9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38162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데이터를 발견에서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실행까지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74D21-7EFA-4EF8-829C-58AAE7C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판매·광고·재고·고객 데이터의 이상 신호를 찾고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담당팀의 실행 과제로 전환하는 Streamlit 기반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37A9F-DEA1-44CC-A98C-6A993C0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DDF3F0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2026.03.17–06.14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41EC3-5AC2-4713-A719-BB0AD620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67125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EAF0F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49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B4965"/>
                </a:solidFill>
                <a:latin typeface="Apple SD Gothic Neo"/>
                <a:ea typeface="Apple SD Gothic Neo"/>
                <a:cs typeface="Apple SD Gothic Neo"/>
              </a:rPr>
              <a:t>CSV 7종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72361-8FDB-40A7-99FD-FBC3E79D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6712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FFF4D9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6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A6500"/>
                </a:solidFill>
                <a:latin typeface="Apple SD Gothic Neo"/>
                <a:ea typeface="Apple SD Gothic Neo"/>
                <a:cs typeface="Apple SD Gothic Neo"/>
              </a:rPr>
              <a:t>상품 10개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A9513-1B84-4624-BAEF-FFD7A3B9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33450"/>
            <a:ext cx="4857750" cy="447675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43005-5A1F-4014-BF82-9208E054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238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운영의 단절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18E10-0EFF-4792-BC52-7FAC2FD0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4075F-1222-4E28-ABA1-E8EAA4E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02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데이터가 파일별로 분산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5DC99-8B00-4548-8E05-F3683F17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050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7D3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7D3DC"/>
                </a:solidFill>
                <a:latin typeface="Apple SD Gothic Neo"/>
                <a:ea typeface="Apple SD Gothic Neo"/>
                <a:cs typeface="Apple SD Gothic Neo"/>
              </a:rPr>
              <a:t>같은 기간을 다시 맞춰야 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606C2-2285-457F-862C-7A2E6A72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765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A5BD6-276C-4468-9661-A1412FB7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이상 징후를 수동 발견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1A54A-E0AF-4182-974B-D955F2B8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7D3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7D3DC"/>
                </a:solidFill>
                <a:latin typeface="Apple SD Gothic Neo"/>
                <a:ea typeface="Apple SD Gothic Neo"/>
                <a:cs typeface="Apple SD Gothic Neo"/>
              </a:rPr>
              <a:t>판매·재고·광고 대응이 늦어진다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9F63D-1099-4156-8AE3-52524CED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57B2A-2C35-4BEE-8EE1-E50EC6FE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338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분석이 업무로 이어지지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2AE0E-1DDB-42D1-A98D-A6EB3644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7D3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7D3DC"/>
                </a:solidFill>
                <a:latin typeface="Apple SD Gothic Neo"/>
                <a:ea typeface="Apple SD Gothic Neo"/>
                <a:cs typeface="Apple SD Gothic Neo"/>
              </a:rPr>
              <a:t>담당자·우선순위·기한을 다시 정한다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282F4-4EC2-4610-866A-E995B9A4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334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377BF-FB0C-4FB5-9C0B-C6AD8687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MVP 성공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F578A-8F61-4DBE-B0A3-163BDD6E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기간 선택 → KPI → 이벤트 → 상관분석 → 액션 → 보고서가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하나의 데이터 기준으로 끊김 없이 이어진다.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5095C-0DB2-477F-BCD7-F35AB5E9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3817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20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AI Agent Education Team · 2026.06</a:t>
            </a:r>
          </a:p>
        </p:txBody>
      </p:sp>
    </p:spTree>
    <p:extLst>
      <p:ext uri="{BB962C8B-B14F-4D97-AF65-F5344CB8AC3E}">
        <p14:creationId xmlns:p14="http://schemas.microsoft.com/office/powerpoint/2010/main" val="664171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43998-D03E-482F-9A34-A3BE13CE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DATA &amp; CAPABILITY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536B9-CC30-43BE-8276-34D74A41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7개 데이터셋을 하나의 운영 흐름으로 묶는다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14D04-EF74-4364-86E6-336CBC90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실제 데이터 구조와 주기를 유지하면서 KPI·이벤트·상관·액션을 생성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4A362-655D-465E-8A90-240A51B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40290-73B8-496F-B4C3-F058E7CA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C1DB0-930D-4DE2-93E0-72335A4C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3050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D60AB-92C5-4037-B919-ED995DD6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C225F-47B8-4C95-9874-EA234000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76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판매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A346F-4826-4654-9CF5-B224887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900행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94706-49E9-4138-95F6-0D86FBD1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매출·주문·판매량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52584-E827-48C5-A58C-CD67959A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050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95309-AB00-4750-B373-9027C21C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D09E1-3BAA-4369-B07A-CA16B28C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상품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8B7F7-01DA-47DC-AD30-A7621B7E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479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10행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B9C32-7722-4614-B921-2E91E569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가격·원가·안전재고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DC32A-0FB3-4B82-B9DA-A2593A56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3050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3E3A4-9AD2-4E23-A47D-23B23CE4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4965"/>
          </a:solidFill>
          <a:ln xmlns:a="http://schemas.openxmlformats.org/drawingml/2006/main" w="0">
            <a:solidFill>
              <a:srgbClr val="1B49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6A665-BB84-4BCE-A895-73BF97C9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마케팅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5D3B6-D728-4357-B98B-A49FCAC4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10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360행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40436-41DA-46E2-94C3-E791DFBA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광고비·클릭·전환·ROAS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30840-36EA-448E-B434-773E55DB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3050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6095C-A1BA-486E-9180-C60E8AA6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B6F37-257B-4A63-A0A1-2BAC5EC0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고객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A28D9-2D00-40E5-B2C3-0E04986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720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90행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8F0A3-70B4-40B7-B63A-D2635688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신규·재구매·이탈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BB398-2A9C-418D-B2E5-C510C2B8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62125"/>
            <a:ext cx="23050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C21D7-45B8-483A-87DD-7DDB8A2C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52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65"/>
          </a:solidFill>
          <a:ln xmlns:a="http://schemas.openxmlformats.org/drawingml/2006/main" w="0">
            <a:solidFill>
              <a:srgbClr val="168A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A4C09-BDFB-458A-A252-00A26E2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76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재고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61F67-9C09-4975-90F9-46FCE472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900행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B49EE-04F0-405E-B356-9F0D785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9075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현재재고·품절위험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6514C-E627-4818-8413-7D141DB1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24150"/>
            <a:ext cx="23050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A0A4E9-3715-41A3-BD8E-00D23E45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473012-E06A-471D-BA22-89DC383F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리뷰/CS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9BCD6D-338C-4E11-BF77-9570DB7A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479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130행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F8F97A-537F-497C-A01C-EF7E7BCD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52775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평점·문의·환불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ADAD3C-479F-48C4-AD1B-70C06491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86175"/>
            <a:ext cx="23050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8D50DA-D55F-46D7-9C6C-D3402494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76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25994E-7BC7-40BE-9222-BDF50749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004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AI 추천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749506-E463-4FE6-AEA6-457D8B1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900행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AD0BC4-51FF-4F1F-B0F3-D236C250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1480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노출·클릭·전환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108EF2-1143-4A40-AC8E-5BAD6309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핵심 기능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493AF9-BAFE-4D95-A348-7E2F73BC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71700"/>
            <a:ext cx="56769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337599-B0EC-4F4D-A22E-FC3C1B34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812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DDF3F0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E5D1E3-66C5-4768-9F51-935F7686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955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통합 KPI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9D5684-74C8-422C-82D9-09D63F6A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매출·주문·ROAS·고객·평점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349C99-81A1-4CBF-A7DB-A7A5861D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56769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C22F77-CF48-464F-BFA5-81681EFB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DDF3F0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0BBD8E-BBB3-4C4D-ADBA-0C9DEC4F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이벤트 탐지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E58602-C1C7-4D83-88DD-54E75735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급등락·품절·광고 효율·추천 성과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4A2177-40D3-4F1C-9F58-2255948C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56769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A40EF1-60D6-4F6B-B31C-39FE3BD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DDF3F0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162FFE-3969-454B-BFEC-ACC8A1D1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862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상관 분석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4E4331-7F2A-4695-825F-39605BB4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Pearson/Spearman·히트맵·네트워크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86CA9F-E2BD-47DB-8053-3B747FA6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56769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ECA359-B5DD-4EFF-88CB-033380E2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673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89B13A-806F-48A9-9376-7406A1C8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 전환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4BC9EA-D944-4CEE-B164-2165FAB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57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rPr>
              <a:t>역할·우선순위·기한·상태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795B19-B3AA-4FC9-AB32-54AE8323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48350"/>
            <a:ext cx="56769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3D39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3885C8-B17E-4B7A-AECF-0C1F731F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72175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5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A5A00"/>
                </a:solidFill>
                <a:latin typeface="Apple SD Gothic Neo"/>
                <a:ea typeface="Apple SD Gothic Neo"/>
                <a:cs typeface="Apple SD Gothic Neo"/>
              </a:rPr>
              <a:t>주의  |  상관관계는 인과관계가 아니며 프로모션·요일·계절성을 함께 확인</a:t>
            </a:r>
          </a:p>
        </p:txBody>
      </p:sp>
    </p:spTree>
    <p:extLst>
      <p:ext uri="{BB962C8B-B14F-4D97-AF65-F5344CB8AC3E}">
        <p14:creationId xmlns:p14="http://schemas.microsoft.com/office/powerpoint/2010/main" val="1848844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527DC-E2B8-40A9-A536-6392F94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91F91-470D-4827-A51E-0EAACC9C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한 번 계산한 표준 산출물을 화면과 보고서가 공유한다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80A1B-7727-4C37-8C4A-02A28454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Streamlit + Python 모듈 기반 MVP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481AC-DF9E-4297-9633-BAF0DAD0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8A6DF-95EE-4454-81EF-9DF82AEB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1CA36-362A-494F-92AE-9AB9CFD8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241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FDA7F-8CED-40C6-A71B-914F6369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1FF40-A05F-4F74-B71E-8461CB12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CSV 7종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B747C-0ABD-4112-8860-88C091E0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date·product_id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표준화 / 품질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409FE-F364-4E42-8748-759E9602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28825"/>
            <a:ext cx="23241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FFA36-7663-43E7-808C-7495A57E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00275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ANALYZE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2450F-63C0-46E8-8220-BC13918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분석 엔진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98437-EDFE-4123-94A8-F5AF38A3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이벤트 탐지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기간별 상관분석</a:t>
            </a:r>
          </a:p>
        </p:txBody>
      </p:sp>
      <p:cxnSp>
        <p:nvCxnSpPr>
          <p:cNvPr id="6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33700" y="29337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D849D-3748-4239-A7E1-445234A2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28825"/>
            <a:ext cx="23241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97A4D-31E2-43AB-85DE-0A5E8901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0275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9FCAB-1971-439B-9536-B1090C04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판단 엔진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2C56E-A8D1-40CD-9B76-3345334A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인사이트 요약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역할별 액션</a:t>
            </a:r>
          </a:p>
        </p:txBody>
      </p:sp>
      <p:cxnSp>
        <p:nvCxnSpPr>
          <p:cNvPr id="6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715000" y="29337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C1960-61F6-4086-869B-6A4DF87B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28825"/>
            <a:ext cx="23241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D7515-F13B-4DFD-AD86-B3959E4E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0275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965"/>
          </a:solidFill>
          <a:ln xmlns:a="http://schemas.openxmlformats.org/drawingml/2006/main" w="9525">
            <a:solidFill>
              <a:srgbClr val="1B4965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DELIVER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92E10-4C59-4C29-B4A1-233AF41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운영 채널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2832A-D575-4855-A138-FF374793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대시보드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주간·대표 리포트</a:t>
            </a:r>
          </a:p>
        </p:txBody>
      </p:sp>
      <p:cxnSp>
        <p:nvCxnSpPr>
          <p:cNvPr id="71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496300" y="29337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0A1DA-B4D7-4B69-8599-68FAF7A0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공통 산출물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6B5B5-5599-47DD-8393-9170C7B9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9812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0AD52-F461-48CB-8B15-65CEC66E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C241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0E1289-8645-4F5D-8BE8-66A140A8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0BDD0-81E1-4C78-B0E4-6AC7799E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이벤트 근거·심각도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85C2A-88F2-43ED-8D2C-7C61D135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95825"/>
            <a:ext cx="19812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1B4BA-BBD2-49C8-A609-E0D8E25E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4965"/>
          </a:solidFill>
          <a:ln xmlns:a="http://schemas.openxmlformats.org/drawingml/2006/main" w="0">
            <a:solidFill>
              <a:srgbClr val="1B49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D35161-DEBC-422A-AD3C-E9D4CF05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910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correlations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E71F13-675F-46CF-BE21-0B0E9AB9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911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계수·표본·네트워크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EE6096-9D4C-4040-8043-EC4B7B12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95825"/>
            <a:ext cx="19812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F4DA40-48DD-4082-8474-9D76B6FE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AE425-CB73-4B7B-A100-1D183CAE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910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insights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8A23F8-1565-411A-AD6E-1E8DE2C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911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역할별 요약·주의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B65847-4AA5-4DDF-A7EC-EE47CA8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95825"/>
            <a:ext cx="19812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1D2EB4-9777-4C80-A749-52909EED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1927CF-A3D9-48D7-87FC-B79892A9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910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actions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9B6820-406D-4C7A-B746-1B1B6736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911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팀·우선순위·마감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6D7C85-6B03-4352-9BB0-C1C6B328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95825"/>
            <a:ext cx="19812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DF1C6A-DCDB-43D0-93C4-50F902CB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65"/>
          </a:solidFill>
          <a:ln xmlns:a="http://schemas.openxmlformats.org/drawingml/2006/main" w="0">
            <a:solidFill>
              <a:srgbClr val="168A6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E0E597-295D-446B-A1ED-938E884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910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reports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D04CFE-6C7D-4A7D-8DB2-460DC8F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911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기간·유형·파일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302C2F-0016-4290-B9B5-83FC7F21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625F3D-6853-4432-BB3E-12C7721B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 원칙  |  화면·리포트가 각각 계산하지 않고 동일한 events / correlations / insights / actions를 사용</a:t>
            </a:r>
          </a:p>
        </p:txBody>
      </p:sp>
    </p:spTree>
    <p:extLst>
      <p:ext uri="{BB962C8B-B14F-4D97-AF65-F5344CB8AC3E}">
        <p14:creationId xmlns:p14="http://schemas.microsoft.com/office/powerpoint/2010/main" val="906380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2364C-2AAA-43BC-948C-2C62A96E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AGENT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6B2CD-FEBF-47FD-8C23-543B87C9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8개 에이전트 역할은 4개의 Python 워크스트림으로 구현한다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8E366-BEE9-4E23-8CFF-530B525E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MVP에서는 독립 서비스보다 명확한 입력·출력과 테스트 가능성을 우선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4B250-2B6E-45E7-9B26-8D12F407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8D4EE-26E5-4E3E-A672-398DA5C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7C1B6-F583-4CC1-98EF-438A6C4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24100" cy="28384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52014-4575-4227-9AE9-E67FC12B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EEA35-03C7-421F-BC5D-5FD2426E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데이터 준비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B9E0D-C641-4ECB-A8D6-A75E0E9F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Data Loader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6FB58-1D11-415B-B6BD-7D66E252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15719-3A0E-4C52-ACE7-CE16C120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97B4D-B52B-4A7A-B8C5-1ABFB818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DataBundle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quality_report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13BCD-A2B0-4F52-B019-CC721404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52625"/>
            <a:ext cx="2324100" cy="28384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39A0A-C5D9-4ABF-AA42-724EC94B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24075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D5510-CE9F-43C2-9400-AD8E2C2B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14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분석 엔진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DF9F9-FE55-4230-8C4A-1FF60C06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Event Detector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Correlation Analyzer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6E348-2AFB-47CF-85A7-C938B6E9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814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0B7A1-CC7E-4B85-89A4-E46BC747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43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C5BAD-EEB7-4F86-9749-12350665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events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correlations</a:t>
            </a:r>
          </a:p>
        </p:txBody>
      </p: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933700" y="33718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E939E-8960-4467-B853-BA8BA14D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2324100" cy="28384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C959E-0017-4D51-95A2-7D21DFF1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24075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A0AD7-0F26-47FA-B3BE-3FDBDF8F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판단·추천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ED078-83F8-4D56-AC2B-90F45688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Insight Generator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Action Planner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68F82-409D-462C-9212-2D6BBDB1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6741B-FA59-4766-8549-F889C6C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43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48DC7A-38F9-4D43-8A66-2F9D3E97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29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insights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actions</a:t>
            </a:r>
          </a:p>
        </p:txBody>
      </p:sp>
      <p:cxnSp>
        <p:nvCxnSpPr>
          <p:cNvPr id="67" name=""/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715000" y="33718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D08C11-9730-443C-9B9E-FAD95B4D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324100" cy="28384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7DB35-DEDF-4B79-B54F-9C0BFD0A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24075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965"/>
          </a:solidFill>
          <a:ln xmlns:a="http://schemas.openxmlformats.org/drawingml/2006/main" w="9525">
            <a:solidFill>
              <a:srgbClr val="1B4965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191C68-CE88-486F-BF02-F5949848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전달·관리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BECCC8-5B4F-44DC-AFF8-AEF0F1B0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5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Weekly Report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Task Assignment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Executive 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5DD604-92F4-48B2-9CDF-5D1AEEB3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814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72FB0B-A38C-42E3-AA5A-ACCD250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43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2247A8-7D54-47EE-8E22-7FA51681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29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reports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action board</a:t>
            </a:r>
          </a:p>
        </p:txBody>
      </p:sp>
      <p:cxnSp>
        <p:nvCxnSpPr>
          <p:cNvPr id="75" name=""/>
          <p:cNvCxnSpPr>
            <a:stCxn xmlns:a="http://schemas.openxmlformats.org/drawingml/2006/main" id="21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496300" y="33718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51FB2A-58D0-4A73-A899-D88865A9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ABDC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21094D-638B-4307-A77A-6A6A4B80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MVP 구현 규칙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B07BE7-D1D1-4258-8AD5-2DB3268C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① 순수 Python 함수/클래스  ② 표준 스키마 계약  ③ 규칙 기반 fallback  ④ LLM은 선택 적용  ⑤ config로 임계값 관리</a:t>
            </a:r>
          </a:p>
        </p:txBody>
      </p:sp>
    </p:spTree>
    <p:extLst>
      <p:ext uri="{BB962C8B-B14F-4D97-AF65-F5344CB8AC3E}">
        <p14:creationId xmlns:p14="http://schemas.microsoft.com/office/powerpoint/2010/main" val="497471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DB563-52BE-4DCF-8881-FFCF220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39E1F-B020-4B2A-8060-507AE74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5개 화면에서 발견 → 검증 → 실행 → 공유를 완료한다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7C515-261D-4E58-B53D-326EF9C8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역할별로 같은 분석 결과를 다른 우선순위로 읽는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596A9-E824-4B17-845B-3887575F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42EEA-C83D-4E35-AC02-1E45214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9B736-8BCA-4044-9F16-931E4F6C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9812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B9B74-F62D-47CF-85C1-6998BF36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DDF3F0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EB5A4-5B3A-4975-AA77-E8272DB5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Executive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BFB02-AB47-4F44-9196-AB4B12D7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KPI·핵심 이슈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196BC-32E0-4A6A-9036-8DB6621C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66900"/>
            <a:ext cx="19812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2A34E-B13F-48FA-A199-3BF994DD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DDF3F0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F1ED0-2D77-4125-98AA-3C241AB0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76099-1B2B-4057-9874-22EEA4BF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이상 신호·근거</a:t>
            </a:r>
          </a:p>
        </p:txBody>
      </p:sp>
      <p:cxnSp>
        <p:nvCxnSpPr>
          <p:cNvPr id="6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90800" y="2547938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AB9F0-6EEC-4463-8ABA-7329B5B1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66900"/>
            <a:ext cx="19812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586AB-E026-4DDB-9DCE-24597CFC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19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DDF3F0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8585D-6CB8-46DF-ABC3-7EC43F0C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Correlation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Lab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2BDB0-DC2F-4E3E-AD43-BFC1289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히트맵·상세</a:t>
            </a:r>
          </a:p>
        </p:txBody>
      </p: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781550" y="2547938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70978-002F-4001-B371-E27E8DA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9812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49126-E957-4971-BC14-992E16B6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D4CEB-8532-4BFE-85F0-CB142DA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Action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26FB6-8319-4A6C-8C9D-CD375306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rPr>
              <a:t>담당·기한·상태</a:t>
            </a:r>
          </a:p>
        </p:txBody>
      </p:sp>
      <p:cxnSp>
        <p:nvCxnSpPr>
          <p:cNvPr id="72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972300" y="2547938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ACFB6-4482-47F5-A666-A19BA0B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66900"/>
            <a:ext cx="19812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5C77D-3AB1-4EC0-89EA-72B45120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19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DDF3F0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CC873-F48F-4DCF-84D3-0E1ABCCC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Reports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37AC9C-A632-4F68-8240-A87EE336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주간·대표 보고서</a:t>
            </a:r>
          </a:p>
        </p:txBody>
      </p:sp>
      <p:cxnSp>
        <p:nvCxnSpPr>
          <p:cNvPr id="77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163050" y="2547938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488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8AC2D-F930-412D-AA51-FF626E40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역할별 첫 화면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1752FE-648F-4A7C-8EF8-042C9444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3241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1918FF-643C-4385-BA24-4F554F04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737D88-A040-4E83-856A-C1C05773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승인 요청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56C66B-9FE4-4C93-8FF3-87769ED7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추가 발주 · 광고 예산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F73123-0F5C-4CC5-BB0C-5131348D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23241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BC6D50-5DBC-4F4C-A805-8351C96E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마케팅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D42944-FD3C-45BC-A12E-EFDA81BD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57725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ROAS 위험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1F4FBE-E959-4975-A2B6-93E524D1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48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예산 재배분 · 소재 교체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CACCAA-DB84-4391-B5FD-4443A320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23241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66F607-4F9A-4AB7-98E4-DDF2FF90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EE57B8-08D9-4B7A-92CE-26649547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57725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재고 위험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EC1DF7-FC19-4CF6-9B30-125EE77C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발주 · 안전재고 조정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1A21CA-EA47-4C27-BD1E-384311C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3241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888591-A9F2-4710-A81D-457D0C46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67200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CRM/CS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CFB4A0-B35C-4A84-8ECF-4F491520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57725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고객 품질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3ABC0F-B3E7-491B-8CC0-C2EA3AD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48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재구매 · 리뷰 · 환불 개선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E327F0-B23E-4688-91FA-B9968291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EBE335-F9A5-4CB2-8413-9A33F2C0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49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 흐름  |  기간·역할 선택 → High 이벤트 확인 → 상관 근거 검토 → 액션 배정 → 보고서 생성</a:t>
            </a:r>
          </a:p>
        </p:txBody>
      </p:sp>
    </p:spTree>
    <p:extLst>
      <p:ext uri="{BB962C8B-B14F-4D97-AF65-F5344CB8AC3E}">
        <p14:creationId xmlns:p14="http://schemas.microsoft.com/office/powerpoint/2010/main" val="1090075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1288A-3A78-416E-B548-84540516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DELIVERY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547B9-C1B8-4B7A-8FEA-35869A50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6단계로 MVP를 완성하고 독립 에이전트는 이후에 확장한다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0AEB-BB3A-44AF-8987-E5E004B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팀 병렬 개발을 위한 공통 스키마와 완료 기준을 먼저 고정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4610F-3DCF-4A85-B377-C856C946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9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90E91-684C-4E24-BF79-E3CB39C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0D2C9-2755-4F9C-A978-EE7C48E4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6B059-DA1F-4EA7-88C9-240F8779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8102C-FE4F-4662-8D67-3B066E0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Loader · models · 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26707-9566-4C8B-9D10-F906818B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AF059-6804-4196-BBD8-103066C4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24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EFB80-142F-4B4B-9DF3-6F6B2C5D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050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A8C9A-101A-4326-AFD2-B4926994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24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이벤트 · KPI · 상관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9417A-557C-4868-9CA3-DBA62BBB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F12F2-3291-4828-9232-11DEAD21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D22C2-A4FB-44EE-B13F-01C8D79D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B3EC9-91A1-4F6B-B7DE-E81AC71D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인사이트 · 액션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AB994-0EE9-4DA2-A400-25750001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24075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40648-6D5A-49C8-BC00-BB5E12C4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FDA94-8540-4A17-92E2-A7D8B322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65965-681D-40E0-8D32-2A1A8EB3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Streamlit 5개 메뉴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A3264-7D5D-4D96-9E74-205F548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49D4C-6CA0-42BA-B9A4-0D0077E8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72618-E2E5-4804-AF5C-AA8041EB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보고서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DA986-A195-4AEF-B0B2-349CC9FE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주간 · 대표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0A9D69-5EF0-4A5B-9E46-A6A76CEB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24075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C9758-10B0-46AD-8193-822A05B4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24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F33D1-839F-4FDE-9796-6D019DC6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050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4DB93-6732-4624-8800-88665328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통합 테스트 · 데모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5331E6-4F7A-44F4-9A3B-33AA462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08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Definition of 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7B8BA6-8C3F-4E43-B17B-5938C50F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324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66EB8-08EF-4497-866C-97596849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A52AAD-6F02-489F-AA1D-57ADF1B2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데이터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CEDE41-C4AA-4A74-B0DA-DBD8F097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CSV 7종·전체 기간 처리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98241D-FE15-408D-97D1-77CC630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67125"/>
            <a:ext cx="2324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486BE9-2AF6-4D5B-B301-9100E061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38575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965"/>
          </a:solidFill>
          <a:ln xmlns:a="http://schemas.openxmlformats.org/drawingml/2006/main" w="0">
            <a:solidFill>
              <a:srgbClr val="1B496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6662C8-4831-4081-BBB8-FD224514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57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4DC0F4-286B-4025-86E6-387F676C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00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이벤트 7종·Top N 상관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22E1D2-E22D-4739-A32C-F3988F46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67125"/>
            <a:ext cx="2324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02A596-BAE2-435F-B164-1D59826B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38575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B75C3F-B498-485A-A95E-A393A4F6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57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업무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8C49FD-D046-4E9F-A11E-D7B3C6FC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팀·우선순위·기한·상태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28FB13-CDD3-4E9D-8F51-39C0FDF4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2324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FADA77-82EA-46B4-A3AA-BDA4F75C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38575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965"/>
          </a:solidFill>
          <a:ln xmlns:a="http://schemas.openxmlformats.org/drawingml/2006/main" w="0">
            <a:solidFill>
              <a:srgbClr val="1B496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E0906C-BC92-47CA-AC1F-AF9B03A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57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2304A"/>
                </a:solidFill>
                <a:latin typeface="Apple SD Gothic Neo"/>
                <a:ea typeface="Apple SD Gothic Neo"/>
                <a:cs typeface="Apple SD Gothic Neo"/>
              </a:rPr>
              <a:t>전달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2E0924-57F6-4C49-8691-6AD87E23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100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주간·대표 보고서 다운로드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D34DFE-7217-4318-97D6-325B6BF3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910FD4-EA64-45FC-990A-D474C55B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확장 로드맵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61D168-4C23-4D21-9CBD-1533D1EF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rPr>
              <a:t>MVP  CSV + 규칙 기반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2CE2FC-E1FD-4787-8056-A31DB8D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48325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rPr>
              <a:t>→  v1.1  SQLite + 자동 발행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B64E31-DE49-4079-975B-AE1170DA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483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8E4EC"/>
                </a:solidFill>
                <a:latin typeface="Apple SD Gothic Neo"/>
                <a:ea typeface="Apple SD Gothic Neo"/>
                <a:cs typeface="Apple SD Gothic Neo"/>
              </a:rPr>
              <a:t>→  v1.2  LLM + 승인 검토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6873AE-AEFD-4592-8F13-6D475D3C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483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v2  실시간 API + 독립 에이전트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FB0FA2-A58D-41B8-B42C-BBD1122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F6B76"/>
                </a:solidFill>
                <a:latin typeface="Apple SD Gothic Neo"/>
                <a:ea typeface="Apple SD Gothic Neo"/>
                <a:cs typeface="Apple SD Gothic Neo"/>
              </a:rPr>
              <a:t>첫 데모의 목표: 에이전트 수가 아니라 데이터 근거에서 실행 과제까지 이어지는 한 개의 완결된 흐름</a:t>
            </a:r>
          </a:p>
        </p:txBody>
      </p:sp>
    </p:spTree>
    <p:extLst>
      <p:ext uri="{BB962C8B-B14F-4D97-AF65-F5344CB8AC3E}">
        <p14:creationId xmlns:p14="http://schemas.microsoft.com/office/powerpoint/2010/main" val="172639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2026-06-15T07:58:29.0910000Z</dcterms:created>
  <dcterms:modified xsi:type="dcterms:W3CDTF">2026-06-15T07:58:29.0910000Z</dcterms:modified>
</coreProperties>
</file>